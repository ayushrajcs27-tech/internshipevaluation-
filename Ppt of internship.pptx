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letter from ICONMEC to Ayush Raj for a Data Analyst Intern role, dated August 13,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1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ICONMEC  |  Data Analyst Intern Offer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1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Deco2"/>
          <p:cNvSpPr/>
          <p:nvPr/>
        </p:nvSpPr>
        <p:spPr>
          <a:xfrm>
            <a:off x="7132320" y="2560320"/>
            <a:ext cx="3291840" cy="3291840"/>
          </a:xfrm>
          <a:prstGeom prst="ellipse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6"/>
                </a:solidFill>
              </a:rPr>
              <a:t>INTERNSHIP OFFER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 Intern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at ICONMEC (MHT Icon Middle East Consultancy FZE LLC)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Offered to: Ayush Raj, Iilm University, Greater Noida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Letter dated: August 13,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offer at a glance</a:t>
            </a:r>
            <a:endParaRPr lang="en-US" sz="3400" dirty="0"/>
          </a:p>
        </p:txBody>
      </p:sp>
      <p:sp>
        <p:nvSpPr>
          <p:cNvPr id="3" name="Card0"/>
          <p:cNvSpPr/>
          <p:nvPr/>
        </p:nvSpPr>
        <p:spPr>
          <a:xfrm>
            <a:off x="457200" y="1280160"/>
            <a:ext cx="402336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Circle"/>
          <p:cNvSpPr/>
          <p:nvPr/>
        </p:nvSpPr>
        <p:spPr>
          <a:xfrm>
            <a:off x="685800" y="1554480"/>
            <a:ext cx="685800" cy="68580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259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POSITION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 Intern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Full-time internship</a:t>
            </a:r>
            <a:endParaRPr lang="en-US" sz="1200" dirty="0"/>
          </a:p>
        </p:txBody>
      </p:sp>
      <p:sp>
        <p:nvSpPr>
          <p:cNvPr id="9" name="Card1"/>
          <p:cNvSpPr/>
          <p:nvPr/>
        </p:nvSpPr>
        <p:spPr>
          <a:xfrm>
            <a:off x="4663440" y="1280160"/>
            <a:ext cx="402336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Circle"/>
          <p:cNvSpPr/>
          <p:nvPr/>
        </p:nvSpPr>
        <p:spPr>
          <a:xfrm>
            <a:off x="4892040" y="1554480"/>
            <a:ext cx="685800" cy="685800"/>
          </a:xfrm>
          <a:prstGeom prst="ellipse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7259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DATE OF JOINING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August 2026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Joining process first</a:t>
            </a:r>
            <a:endParaRPr lang="en-US" sz="1200" dirty="0"/>
          </a:p>
        </p:txBody>
      </p:sp>
      <p:sp>
        <p:nvSpPr>
          <p:cNvPr id="15" name="Card2"/>
          <p:cNvSpPr/>
          <p:nvPr/>
        </p:nvSpPr>
        <p:spPr>
          <a:xfrm>
            <a:off x="457200" y="2971800"/>
            <a:ext cx="402336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685800" y="3246120"/>
            <a:ext cx="685800" cy="68580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41757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MONTHLY STIPEND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55448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AED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5544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Paid during the internship</a:t>
            </a:r>
            <a:endParaRPr lang="en-US" sz="1200" dirty="0"/>
          </a:p>
        </p:txBody>
      </p:sp>
      <p:sp>
        <p:nvSpPr>
          <p:cNvPr id="21" name="Card3"/>
          <p:cNvSpPr/>
          <p:nvPr/>
        </p:nvSpPr>
        <p:spPr>
          <a:xfrm>
            <a:off x="4663440" y="2971800"/>
            <a:ext cx="402336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Circle"/>
          <p:cNvSpPr/>
          <p:nvPr/>
        </p:nvSpPr>
        <p:spPr>
          <a:xfrm>
            <a:off x="4892040" y="3246120"/>
            <a:ext cx="685800" cy="685800"/>
          </a:xfrm>
          <a:prstGeom prst="ellipse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417570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7607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DURATION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76072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Aug 2026 to 14 Jan 2027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57607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About 21 weeks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dates</a:t>
            </a:r>
            <a:endParaRPr lang="en-US" sz="3400" dirty="0"/>
          </a:p>
        </p:txBody>
      </p:sp>
      <p:sp>
        <p:nvSpPr>
          <p:cNvPr id="3" name="TimelineLine"/>
          <p:cNvSpPr/>
          <p:nvPr/>
        </p:nvSpPr>
        <p:spPr>
          <a:xfrm>
            <a:off x="1097280" y="2331720"/>
            <a:ext cx="694944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4" name="IconCircle"/>
          <p:cNvSpPr/>
          <p:nvPr/>
        </p:nvSpPr>
        <p:spPr>
          <a:xfrm>
            <a:off x="731520" y="1965960"/>
            <a:ext cx="731520" cy="73152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Aug 2026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Offer letter issued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Following successful interviews</a:t>
            </a:r>
            <a:endParaRPr lang="en-US" sz="1300" dirty="0"/>
          </a:p>
        </p:txBody>
      </p:sp>
      <p:sp>
        <p:nvSpPr>
          <p:cNvPr id="9" name="IconCircle"/>
          <p:cNvSpPr/>
          <p:nvPr/>
        </p:nvSpPr>
        <p:spPr>
          <a:xfrm>
            <a:off x="4206240" y="1965960"/>
            <a:ext cx="731520" cy="731520"/>
          </a:xfrm>
          <a:prstGeom prst="ellipse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48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37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Aug 2026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33756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Joining date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Internship begins</a:t>
            </a:r>
            <a:endParaRPr lang="en-US" sz="1300" dirty="0"/>
          </a:p>
        </p:txBody>
      </p:sp>
      <p:sp>
        <p:nvSpPr>
          <p:cNvPr id="14" name="IconCircle"/>
          <p:cNvSpPr/>
          <p:nvPr/>
        </p:nvSpPr>
        <p:spPr>
          <a:xfrm>
            <a:off x="7680960" y="1965960"/>
            <a:ext cx="731520" cy="73152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148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Jan 2027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76656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Internship ends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76656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PPO may be evaluated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Internship runs about 21 weeks (19 Aug 2026 to 14 Jan 2027)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Role, location and what comes next</a:t>
            </a:r>
            <a:endParaRPr lang="en-US" sz="3400" dirty="0"/>
          </a:p>
        </p:txBody>
      </p:sp>
      <p:sp>
        <p:nvSpPr>
          <p:cNvPr id="3" name="IconCircle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2801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66420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Hands-on experience on real-world projects, contributing to the company's data-driven initiatives.</a:t>
            </a:r>
            <a:endParaRPr lang="en-US" sz="1500" dirty="0"/>
          </a:p>
        </p:txBody>
      </p:sp>
      <p:sp>
        <p:nvSpPr>
          <p:cNvPr id="7" name="IconCircle"/>
          <p:cNvSpPr/>
          <p:nvPr/>
        </p:nvSpPr>
        <p:spPr>
          <a:xfrm>
            <a:off x="457200" y="2468880"/>
            <a:ext cx="731520" cy="731520"/>
          </a:xfrm>
          <a:prstGeom prst="ellipse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377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76148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Confirmed after the joining process, subject to availability in the India offices and the head office in Dubai Silicon Oasis.</a:t>
            </a:r>
            <a:endParaRPr lang="en-US" sz="1500" dirty="0"/>
          </a:p>
        </p:txBody>
      </p:sp>
      <p:sp>
        <p:nvSpPr>
          <p:cNvPr id="11" name="IconCircle"/>
          <p:cNvSpPr/>
          <p:nvPr/>
        </p:nvSpPr>
        <p:spPr>
          <a:xfrm>
            <a:off x="457200" y="3566160"/>
            <a:ext cx="731520" cy="73152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490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474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Pre-Placement Offer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85876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ICONMEC will evaluate extending a PPO for a full-time role on successful completion of the internship.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and company details</a:t>
            </a:r>
            <a:endParaRPr lang="en-US" sz="3400" dirty="0"/>
          </a:p>
        </p:txBody>
      </p:sp>
      <p:sp>
        <p:nvSpPr>
          <p:cNvPr id="3" name="IconCircle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4173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Sachin Mayapan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HR - CHRO Middle East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Ph: +97 9942246273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mail-info@iconmenc.in</a:t>
            </a:r>
            <a:endParaRPr lang="en-US" sz="2000" dirty="0"/>
          </a:p>
        </p:txBody>
      </p:sp>
      <p:sp>
        <p:nvSpPr>
          <p:cNvPr id="6" name="IconCircle"/>
          <p:cNvSpPr/>
          <p:nvPr/>
        </p:nvSpPr>
        <p:spPr>
          <a:xfrm>
            <a:off x="548640" y="3017520"/>
            <a:ext cx="731520" cy="731520"/>
          </a:xfrm>
          <a:prstGeom prst="ellipse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92608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MHT ICON MIDDLE EAST CONSULTANCY FZE LLC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Building A1, Dubai Digital Park, Dubai Silicon Oasis, Dubai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www.iconmec.in  |  +971 588896052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The letter states it is digitally signed and needs no further signatures.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ONMEC Offer">
  <a:themeElements>
    <a:clrScheme name="ICONMEC Offer">
      <a:dk1>
        <a:srgbClr val="1A1F36"/>
      </a:dk1>
      <a:lt1>
        <a:srgbClr val="FFFFFF"/>
      </a:lt1>
      <a:dk2>
        <a:srgbClr val="1B3A8C"/>
      </a:dk2>
      <a:lt2>
        <a:srgbClr val="EEF3FB"/>
      </a:lt2>
      <a:accent1>
        <a:srgbClr val="1B3A8C"/>
      </a:accent1>
      <a:accent2>
        <a:srgbClr val="2E9E4F"/>
      </a:accent2>
      <a:accent3>
        <a:srgbClr val="5B6B8C"/>
      </a:accent3>
      <a:accent4>
        <a:srgbClr val="CADCFC"/>
      </a:accent4>
      <a:accent5>
        <a:srgbClr val="0F2160"/>
      </a:accent5>
      <a:accent6>
        <a:srgbClr val="7FD39A"/>
      </a:accent6>
      <a:hlink>
        <a:srgbClr val="1B3A8C"/>
      </a:hlink>
      <a:folHlink>
        <a:srgbClr val="5B6B8C"/>
      </a:folHlink>
    </a:clrScheme>
    <a:fontScheme name="ICONMEC Off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Offer - Data Analyst Intern, ICONMEC</dc:title>
  <dc:subject>PptxGenJS Presentation</dc:subject>
  <dc:creator>Ayush Raj</dc:creator>
  <cp:lastModifiedBy>Ayush Raj</cp:lastModifiedBy>
  <cp:revision>1</cp:revision>
  <dcterms:created xsi:type="dcterms:W3CDTF">2026-10-18T00:00:07Z</dcterms:created>
  <dcterms:modified xsi:type="dcterms:W3CDTF">2026-10-18T00:00:07Z</dcterms:modified>
</cp:coreProperties>
</file>